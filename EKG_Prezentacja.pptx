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726" autoAdjust="0"/>
  </p:normalViewPr>
  <p:slideViewPr>
    <p:cSldViewPr snapToGrid="0" snapToObjects="1">
      <p:cViewPr varScale="1">
        <p:scale>
          <a:sx n="117" d="100"/>
          <a:sy n="117" d="100"/>
        </p:scale>
        <p:origin x="193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C3DF76-2B4D-4909-A166-8A86094DADBD}" type="datetimeFigureOut">
              <a:rPr lang="pl-PL" smtClean="0"/>
              <a:t>04.02.2026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3D25D-4D0C-4B5A-BC3F-37F7E8A910C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19897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nasz projekt dotyczy automatycznego rozpoznawania zaburzeń rytmu serca na podstawie sygnału EKG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83D25D-4D0C-4B5A-BC3F-37F7E8A910C1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22214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Wyobraźcie sobie kardiologa, który musi przejrzeć zapis EKG pacjenta - tysiące uderzeń serca, żeby znaleźć te nieprawidłowe. To zajmuje mnóstwo czasu.</a:t>
            </a:r>
          </a:p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mieliśmy bazę ponad 87 tysięcy zapisów uderzeń serca. Każde uderzenie jest oznaczone - czy jest normalne, czy to jakiś rodzaj arytmii.</a:t>
            </a:r>
          </a:p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Większość, bo 83%, to normalne uderzenia. Reszta to różne zaburzenia rytmu, które trzeba wykryć</a:t>
            </a:r>
          </a:p>
          <a:p>
            <a:endParaRPr lang="pl-PL" dirty="0"/>
          </a:p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Użyliśmy dwóch metod:</a:t>
            </a:r>
          </a:p>
          <a:p>
            <a:r>
              <a:rPr lang="pl-PL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Regresja logistyczna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to prosta metoda, która patrzy na kształt sygnału i na tej podstawie decyduje, do której kategorii należy uderzenie.</a:t>
            </a:r>
          </a:p>
          <a:p>
            <a:r>
              <a:rPr lang="pl-PL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Sieć neuronowa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bardziej zaawansowana, sama uczy się jakie cechy sygnału są ważne. Działa trochę jak uproszczony model ludzkiego mózgu.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83D25D-4D0C-4B5A-BC3F-37F7E8A910C1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02312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Prosta regresja logistyczna - 94% skuteczności.</a:t>
            </a:r>
            <a:b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Sieć neuronowa - 95%.</a:t>
            </a:r>
          </a:p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Czyli nawet prosta metoda radzi sobie świetnie! Różnica jest minimalna.</a:t>
            </a:r>
          </a:p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 ważne - model dobrze wykrywa groźne arytmie komorowe, które są najważniejsze klinicznie.</a:t>
            </a:r>
          </a:p>
          <a:p>
            <a:endParaRPr lang="pl-PL" dirty="0"/>
          </a:p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Gdzie to można wykorzystać?</a:t>
            </a:r>
          </a:p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Przede wszystkim jako pomoc dla lekarzy - model nie zastępuje kardiologa, ale może wstępnie przesiać dane i pokazać "hej, tu jest coś podejrzanego".</a:t>
            </a:r>
          </a:p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Może analizować długie zapisy EKG, np. 24-godzinne badanie </a:t>
            </a:r>
            <a:r>
              <a:rPr lang="pl-P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Holtera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w przyszłości - smartwatche już teraz mierzą EKG, więc taki algorytm mógłby ostrzegać użytkownika o nieprawidłowościach.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83D25D-4D0C-4B5A-BC3F-37F7E8A910C1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56909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2926080"/>
            <a:ext cx="13716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Automatyczne rozpoznawanie</a:t>
            </a:r>
            <a:br/>
            <a:r>
              <a:t>zaburzeń rytmu serca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D9488"/>
                </a:solidFill>
                <a:latin typeface="Arial"/>
              </a:defRPr>
            </a:pPr>
            <a:r>
              <a:t>Kubica &amp; Siwirski  •  Projekt 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Problem i rozwiązanie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0292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480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9488"/>
                </a:solidFill>
                <a:latin typeface="Arial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4480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Lekarz musi ręcznie analizować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tysiące uderzeń serca z EKG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To zajmuje dużo czasu!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Nasze dane: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→ 87 554 zapisów EKG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→ 5 typów uderzeń serca: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   • Normalne (83%)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   • Różne rodzaje arytmii (17%)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1463040"/>
            <a:ext cx="50292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59" y="1463040"/>
            <a:ext cx="50292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79" y="1737360"/>
            <a:ext cx="4480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9488"/>
                </a:solidFill>
                <a:latin typeface="Arial"/>
              </a:defRPr>
            </a:pPr>
            <a:r>
              <a:t>Nasze rozwiązanie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2240280"/>
            <a:ext cx="4480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Nauczyliśmy komputer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rozpoznawać typy uderzeń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Użyliśmy dwóch metod: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1. Regresja logistyczna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   → prosta, szybka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2. Sieć neuronowa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   → bardziej zaawansowana,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      uczy się wzorców w danych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Wyniki i zastosowania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64008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64008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Arial"/>
              </a:defRPr>
            </a:pPr>
            <a:r>
              <a:t>Regresja Logistyczna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0D9488"/>
                </a:solidFill>
                <a:latin typeface="Arial"/>
              </a:defRPr>
            </a:pPr>
            <a:r>
              <a:t>94%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t>skuteczność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4688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293B"/>
                </a:solidFill>
                <a:latin typeface="Arial"/>
              </a:defRPr>
            </a:pPr>
            <a:r>
              <a:t>prosta metoda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23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Arial"/>
              </a:defRPr>
            </a:pPr>
            <a:r>
              <a:t>Sieć Neuronowa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38912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0D9488"/>
                </a:solidFill>
                <a:latin typeface="Arial"/>
              </a:defRPr>
            </a:pPr>
            <a:r>
              <a:t>95%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94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t>skuteczność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6634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293B"/>
                </a:solidFill>
                <a:latin typeface="Arial"/>
              </a:defRPr>
            </a:pPr>
            <a:r>
              <a:t>bardziej zaawansowana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1463040"/>
            <a:ext cx="4023360" cy="4937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17373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9488"/>
                </a:solidFill>
                <a:latin typeface="Arial"/>
              </a:defRPr>
            </a:pPr>
            <a:r>
              <a:t>Do czego to służy?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2860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→  Pomoc dla lekarzy kardiologów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→  Szybsze wykrywanie arytmii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→  Automatyczna analiza zapisów EKG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→  Smartwatche i opaski fitness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→  Systemy alarmowe w szpitalach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377</Words>
  <Application>Microsoft Office PowerPoint</Application>
  <PresentationFormat>Panoramiczny</PresentationFormat>
  <Paragraphs>60</Paragraphs>
  <Slides>3</Slides>
  <Notes>3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Office Theme</vt:lpstr>
      <vt:lpstr>Prezentacja programu PowerPoint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Szymon Kubica</cp:lastModifiedBy>
  <cp:revision>3</cp:revision>
  <dcterms:created xsi:type="dcterms:W3CDTF">2013-01-27T09:14:16Z</dcterms:created>
  <dcterms:modified xsi:type="dcterms:W3CDTF">2026-02-04T10:11:41Z</dcterms:modified>
  <cp:category/>
</cp:coreProperties>
</file>